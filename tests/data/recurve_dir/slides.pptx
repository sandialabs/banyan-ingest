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9A85-7F1B-5F60-88BB-82B83FECE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605A2-F89A-27DA-4226-318433E73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521A-034A-4179-FA3E-5F50D0A1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E83C-9107-1D4F-B0E1-098EACFF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9A8D9-2CE1-5295-4684-0F9C847C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3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43D5-DDEC-0C76-11A0-2E48995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F3629-C854-D660-D897-C8AC90B6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C0F67-F8B2-5C2C-CC88-1505C5F1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FECD-2DC8-9F02-56DA-2C8813D4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CC18C-0B05-92AC-D68B-6BBA591D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5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1DA6-09A0-13D9-37EC-9303F8E8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D001A-ED3E-FF77-77B8-53B25672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4F227-1217-F0DC-C2C1-9092781F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57FBA-31C8-8036-7774-4DBC0501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2153-647C-5B1C-25B8-CD1DE732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2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9D0B-C279-87EB-7239-976F64C7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43E70-3B31-8D60-D380-FE1FDFC3A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79DC8-A4C3-A3D2-DDBD-29CEC9925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407DB-3EB0-FA4F-198A-4D036AB5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A421E-6B1A-917A-A0E7-9AD49B81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4402A-EC67-3BDA-76B2-C0200E86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F866-2483-B2D9-5A61-385711F4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FB1B3-95C6-E658-2B48-02E166603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9C44-7ACD-EE7B-18DA-0C6CB47F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EACFB-3FB4-E025-4A4C-66FDAF52F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CCC94F-D947-B9CF-ABAF-EBBE0D135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55C42-DAF5-E2C6-61E1-F654F9F4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08C2A-3AAC-EB8C-F6A9-4A5338FE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C57B91-0D73-7033-2F1C-53001B16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7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3E386-84D6-E9A8-BA83-93B3A7DF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8128C7-1D66-3149-C40F-16464730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11BF2-065F-1DD8-DC2B-40ECB8AD8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E21B9-0A53-7B78-DE4F-9653A2A2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6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82B06-231C-D496-7AE2-3B37086F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DAD48-2E56-3B73-9738-F5D43180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AF86-22A4-C40F-677E-F5B7A8C6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9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3F12-840F-040F-62F6-C697A14D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D312-D2D8-075E-73BB-93CDAB264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AFB19-DAD9-78A3-43C2-218D27E72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23EE9-407D-F806-6BF9-05524251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10490-875A-6BAB-BAAF-A3FBD2EB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FAD26-0A64-339F-4BF1-4737BE5B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6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D930-161F-EF5E-0204-28A414A4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AC6C7-4384-9701-F565-C35FA6026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81F17-DA12-403F-B2F8-A9FA92011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5C1A6-8961-4329-F62C-9B2BE630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76084-C007-83F2-7292-52F2D860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7CE3F-B213-CF07-2CE8-00569290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D05A-9AAB-54CC-6668-6C19FEF4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EE18D-8D57-C3D1-CA73-90873EDCB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2A09-061D-3A9B-411E-6C83CC28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17EEB-1AA6-54B5-09D8-F8DBE00E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99281-F155-9FFC-718D-4224510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036686-5766-0E69-03A9-F150F978D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C4443-7E25-87F8-D007-ACA8C9E0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82E4-75BB-ADB7-E8FD-592BEB8D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5AD6-4260-DC33-1AE1-59C9DEB1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379A4-A93A-2DBA-EEA0-3C156185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0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CAC4A-31F5-3BDB-014F-C3C4467F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B18F-2B92-7D20-7613-DE3F27226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C13F0-299D-A566-6AC1-E733834FF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233BD-FE73-4DF2-A896-2CBAE978083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EB7C-6A41-2D99-8115-218D09EBD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F8DC4-28E8-2DEA-CF91-50E000688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F833-86F5-4196-B131-6F6DEC707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29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7923-4FBD-0011-AB57-5C88BD940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FFC9E-1027-9F6D-73E4-F7BE0C86C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a subtitle</a:t>
            </a:r>
          </a:p>
        </p:txBody>
      </p:sp>
    </p:spTree>
    <p:extLst>
      <p:ext uri="{BB962C8B-B14F-4D97-AF65-F5344CB8AC3E}">
        <p14:creationId xmlns:p14="http://schemas.microsoft.com/office/powerpoint/2010/main" val="1785689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081B-A88A-1E10-952F-8A8C62C9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another slide (insert some title)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790A-EEF5-A994-4E62-DFF533649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some </a:t>
            </a:r>
            <a:r>
              <a:rPr lang="en-US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94454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This is a title</vt:lpstr>
      <vt:lpstr>This is another slide (insert some title)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Ho, Yang</dc:creator>
  <cp:lastModifiedBy>Ho, Yang</cp:lastModifiedBy>
  <cp:revision>1</cp:revision>
  <dcterms:created xsi:type="dcterms:W3CDTF">2026-04-03T23:51:45Z</dcterms:created>
  <dcterms:modified xsi:type="dcterms:W3CDTF">2026-04-03T23:52:29Z</dcterms:modified>
</cp:coreProperties>
</file>